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B2B Marketplace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Proposed Development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This document presents the features proposed for development.</a:t>
            </a:r>
          </a:p>
          <a:p>
            <a:pPr>
              <a:defRPr sz="1800"/>
            </a:pPr>
            <a:r>
              <a:t>All items listed below are planned for development.</a:t>
            </a:r>
          </a:p>
          <a:p>
            <a:pPr>
              <a:defRPr sz="1800"/>
            </a:pPr>
            <a:r>
              <a:t>Users: Buyer, Supplier, Admin</a:t>
            </a:r>
          </a:p>
          <a:p>
            <a:pPr>
              <a:defRPr sz="1800"/>
            </a:pPr>
            <a:r>
              <a:t>Modules: Public Website, Buyer, Supplier, Admin</a:t>
            </a:r>
          </a:p>
          <a:p>
            <a:pPr>
              <a:defRPr sz="1800"/>
            </a:pPr>
            <a:r>
              <a:t>Proposed delivery date: 26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Features: Public Website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Home page</a:t>
            </a:r>
          </a:p>
          <a:p>
            <a:pPr>
              <a:defRPr sz="1600"/>
            </a:pPr>
            <a:r>
              <a:t>About Us page</a:t>
            </a:r>
          </a:p>
          <a:p>
            <a:pPr>
              <a:defRPr sz="1600"/>
            </a:pPr>
            <a:r>
              <a:t>Contact Us page</a:t>
            </a:r>
          </a:p>
          <a:p>
            <a:pPr>
              <a:defRPr sz="1600"/>
            </a:pPr>
            <a:r>
              <a:t>Supplier listing page</a:t>
            </a:r>
          </a:p>
          <a:p>
            <a:pPr>
              <a:defRPr sz="1600"/>
            </a:pPr>
            <a:r>
              <a:t>Supplier details page</a:t>
            </a:r>
          </a:p>
          <a:p>
            <a:pPr>
              <a:defRPr sz="1600"/>
            </a:pPr>
            <a:r>
              <a:t>Product listing page (advanced filter + currency)</a:t>
            </a:r>
          </a:p>
          <a:p>
            <a:pPr>
              <a:defRPr sz="1600"/>
            </a:pPr>
            <a:r>
              <a:t>Product details page (currency)</a:t>
            </a:r>
          </a:p>
          <a:p>
            <a:pPr>
              <a:defRPr sz="1600"/>
            </a:pPr>
            <a:r>
              <a:t>FAQs (dynamic)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Features: Public Website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Content pages (Privacy, Cookie, Terms)</a:t>
            </a:r>
          </a:p>
          <a:p>
            <a:pPr>
              <a:defRPr sz="1600"/>
            </a:pPr>
            <a:r>
              <a:t>Authentication pages (Login, Registration, Forgot / Reset)</a:t>
            </a:r>
          </a:p>
          <a:p>
            <a:pPr>
              <a:defRPr sz="1600"/>
            </a:pPr>
            <a:r>
              <a:t>Category system (parent / child / dynamic)</a:t>
            </a:r>
          </a:p>
          <a:p>
            <a:pPr>
              <a:defRPr sz="1600"/>
            </a:pPr>
            <a:r>
              <a:t>Filter system (country / MOQ / budget)</a:t>
            </a:r>
          </a:p>
          <a:p>
            <a:pPr>
              <a:defRPr sz="1600"/>
            </a:pPr>
            <a:r>
              <a:t>Unlock supplier (contact details) flow</a:t>
            </a:r>
          </a:p>
          <a:p>
            <a:pPr>
              <a:defRPr sz="1600"/>
            </a:pPr>
            <a:r>
              <a:t>Signup with Google SSO</a:t>
            </a:r>
          </a:p>
          <a:p>
            <a:pPr>
              <a:defRPr sz="1600"/>
            </a:pPr>
            <a:r>
              <a:t>Signup with phone verification (OTP)</a:t>
            </a:r>
          </a:p>
          <a:p>
            <a:pPr>
              <a:defRPr sz="1600"/>
            </a:pPr>
            <a:r>
              <a:t>Country-based pricing (currency by location)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Features: Buyer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Dashboard</a:t>
            </a:r>
          </a:p>
          <a:p>
            <a:pPr>
              <a:defRPr sz="1600"/>
            </a:pPr>
            <a:r>
              <a:t>Post RFQs</a:t>
            </a:r>
          </a:p>
          <a:p>
            <a:pPr>
              <a:defRPr sz="1600"/>
            </a:pPr>
            <a:r>
              <a:t>Manage RFQs</a:t>
            </a:r>
          </a:p>
          <a:p>
            <a:pPr>
              <a:defRPr sz="1600"/>
            </a:pPr>
            <a:r>
              <a:t>Manage Quotations</a:t>
            </a:r>
          </a:p>
          <a:p>
            <a:pPr>
              <a:defRPr sz="1600"/>
            </a:pPr>
            <a:r>
              <a:t>Profile settings (update profile, change password)</a:t>
            </a:r>
          </a:p>
          <a:p>
            <a:pPr>
              <a:defRPr sz="1600"/>
            </a:pPr>
            <a:r>
              <a:t>Notification settings (Email / SMS / WhatsApp / Telegram)</a:t>
            </a:r>
          </a:p>
          <a:p>
            <a:pPr>
              <a:defRPr sz="1600"/>
            </a:pPr>
            <a:r>
              <a:t>Token / Credit purchase + payment + usage list</a:t>
            </a:r>
          </a:p>
          <a:p>
            <a:pPr>
              <a:defRPr sz="1600"/>
            </a:pPr>
            <a:r>
              <a:t>Save data (saved suppliers / RFQs / favorite products)</a:t>
            </a:r>
          </a:p>
          <a:p>
            <a:pPr>
              <a:defRPr sz="1600"/>
            </a:pPr>
            <a:r>
              <a:t>Switch between Buyer / Supplier</a:t>
            </a:r>
          </a:p>
          <a:p>
            <a:pPr>
              <a:defRPr sz="1600"/>
            </a:pPr>
            <a:r>
              <a:t>Update phone with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Features: Supplier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Dashboard</a:t>
            </a:r>
          </a:p>
          <a:p>
            <a:pPr>
              <a:defRPr sz="1600"/>
            </a:pPr>
            <a:r>
              <a:t>Listing &amp; browsing RFQs + RFQ details</a:t>
            </a:r>
          </a:p>
          <a:p>
            <a:pPr>
              <a:defRPr sz="1600"/>
            </a:pPr>
            <a:r>
              <a:t>RFQ responses / Manage Quotations</a:t>
            </a:r>
          </a:p>
          <a:p>
            <a:pPr>
              <a:defRPr sz="1600"/>
            </a:pPr>
            <a:r>
              <a:t>Product management (list / view / edit / delete)</a:t>
            </a:r>
          </a:p>
          <a:p>
            <a:pPr>
              <a:defRPr sz="1600"/>
            </a:pPr>
            <a:r>
              <a:t>Company settings (profile, documents, payment &amp; shipping, strength)</a:t>
            </a:r>
          </a:p>
          <a:p>
            <a:pPr>
              <a:defRPr sz="1600"/>
            </a:pPr>
            <a:r>
              <a:t>Verification (document submission)</a:t>
            </a:r>
          </a:p>
          <a:p>
            <a:pPr>
              <a:defRPr sz="1600"/>
            </a:pPr>
            <a:r>
              <a:t>Profile settings (update profile, change password)</a:t>
            </a:r>
          </a:p>
          <a:p>
            <a:pPr>
              <a:defRPr sz="1600"/>
            </a:pPr>
            <a:r>
              <a:t>Notification settings (Email / SMS / WhatsApp / Telegram)</a:t>
            </a:r>
          </a:p>
          <a:p>
            <a:pPr>
              <a:defRPr sz="1600"/>
            </a:pPr>
            <a:r>
              <a:t>Switch between Buyer / Supplier</a:t>
            </a:r>
          </a:p>
          <a:p>
            <a:pPr>
              <a:defRPr sz="1600"/>
            </a:pPr>
            <a:r>
              <a:t>Update phone with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Features: Admin Features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Login / Forgot / Reset password</a:t>
            </a:r>
          </a:p>
          <a:p>
            <a:pPr>
              <a:defRPr sz="1600"/>
            </a:pPr>
            <a:r>
              <a:t>Dashboard</a:t>
            </a:r>
          </a:p>
          <a:p>
            <a:pPr>
              <a:defRPr sz="1600"/>
            </a:pPr>
            <a:r>
              <a:t>User management (view / approve / reject / block)</a:t>
            </a:r>
          </a:p>
          <a:p>
            <a:pPr>
              <a:defRPr sz="1600"/>
            </a:pPr>
            <a:r>
              <a:t>Impersonate login (login as buyer / supplier)</a:t>
            </a:r>
          </a:p>
          <a:p>
            <a:pPr>
              <a:defRPr sz="1600"/>
            </a:pPr>
            <a:r>
              <a:t>RFQ management (view all / delete spam)</a:t>
            </a:r>
          </a:p>
          <a:p>
            <a:pPr>
              <a:defRPr sz="1600"/>
            </a:pPr>
            <a:r>
              <a:t>Verification (view documents / approve / reject)</a:t>
            </a:r>
          </a:p>
          <a:p>
            <a:pPr>
              <a:defRPr sz="1600"/>
            </a:pPr>
            <a:r>
              <a:t>Verified badge (manual)</a:t>
            </a:r>
          </a:p>
          <a:p>
            <a:pPr>
              <a:defRPr sz="1600"/>
            </a:pPr>
            <a:r>
              <a:t>Product management</a:t>
            </a:r>
          </a:p>
          <a:p>
            <a:pPr>
              <a:defRPr sz="1600"/>
            </a:pPr>
            <a:r>
              <a:t>Category management (add / edit / delete)</a:t>
            </a:r>
          </a:p>
          <a:p>
            <a:pPr>
              <a:defRPr sz="1600"/>
            </a:pPr>
            <a:r>
              <a:t>Content management (Privacy / Terms / Cookie / pages)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Features: Admin Features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FAQ management</a:t>
            </a:r>
          </a:p>
          <a:p>
            <a:pPr>
              <a:defRPr sz="1600"/>
            </a:pPr>
            <a:r>
              <a:t>Credit / token management (add / remove / transactions)</a:t>
            </a:r>
          </a:p>
          <a:p>
            <a:pPr>
              <a:defRPr sz="1600"/>
            </a:pPr>
            <a:r>
              <a:t>Trust &amp; Safety: report / flag users</a:t>
            </a:r>
          </a:p>
          <a:p>
            <a:pPr>
              <a:defRPr sz="1600"/>
            </a:pPr>
            <a:r>
              <a:t>Trust &amp; Safety: spam protection (limit RFQs)</a:t>
            </a:r>
          </a:p>
          <a:p>
            <a:pPr>
              <a:defRPr sz="1600"/>
            </a:pPr>
            <a:r>
              <a:t>Internal roles &amp; permissions management</a:t>
            </a:r>
          </a:p>
          <a:p>
            <a:pPr>
              <a:defRPr sz="1600"/>
            </a:pPr>
            <a:r>
              <a:t>Country management</a:t>
            </a:r>
          </a:p>
          <a:p>
            <a:pPr>
              <a:defRPr sz="1600"/>
            </a:pPr>
            <a:r>
              <a:t>Country port management</a:t>
            </a:r>
          </a:p>
          <a:p>
            <a:pPr>
              <a:defRPr sz="1600"/>
            </a:pPr>
            <a:r>
              <a:t>Notification settings (enable / disable Telegram / WhatsApp)</a:t>
            </a:r>
          </a:p>
          <a:p>
            <a:pPr>
              <a:defRPr sz="1600"/>
            </a:pPr>
            <a:r>
              <a:t>Settings (update profile, change password)</a:t>
            </a:r>
          </a:p>
          <a:p>
            <a:pPr>
              <a:defRPr sz="1600"/>
            </a:pPr>
            <a:r>
              <a:t>Audit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6576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Next.js / 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SEO-friendly server rendering; full-stack app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 safety across the application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Relational data (users, RFQs, quotes, credits)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Type-safe database access &amp; migrations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Auth.js (NextAuth)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Email, Google SSO, roles, impersonation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Client &amp; server input validation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UI / 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Tailwind CSS + shadcn/ui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Modern, accessible interface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Secure credit-pack checkout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Transactional email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SMS / WhatsApp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Twilio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Phone verification &amp; alerts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Telegram Bot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Opt-in notifications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File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Cloudflare R2 /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Documents &amp; media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Any Node.js 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Railway / Render / DigitalOcean / AWS / VPS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Database 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Managed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Scalable managed database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Proposed Delivery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26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